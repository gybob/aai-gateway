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的 Token 浪费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每轮对话都会重复发送所有工具的完整 Schema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45752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个工具 = ~120 tokens Schema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个工具 × 15 轮对话 = 90,000 浪费的 tokens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1个工具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347472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tokens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50个工具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4023360"/>
            <a:ext cx="6858000" cy="36576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6,000 tokens / 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7548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问题是：大部分工具这一轮根本用不上，但 token 已经花出去了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