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架构总览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1371600"/>
            <a:ext cx="7616952" cy="731520"/>
          </a:xfrm>
          <a:prstGeom prst="roundRect">
            <a:avLst>
              <a:gd name="adj" fmla="val 12500"/>
            </a:avLst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1371600"/>
            <a:ext cx="7616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Agents    Claude Code  /  Codex  /  OpenCode  / ...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2148840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  Single MCP Connection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2560320"/>
            <a:ext cx="9445752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60604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AAI Gateway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28800" y="3063240"/>
            <a:ext cx="8531352" cy="502920"/>
          </a:xfrm>
          <a:prstGeom prst="roundRect">
            <a:avLst>
              <a:gd name="adj" fmla="val 14545"/>
            </a:avLst>
          </a:prstGeom>
          <a:solidFill>
            <a:srgbClr val="EBF5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06324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Progressive Disclosure Layer — 摘要暴露 → 按需加载详情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3703320"/>
            <a:ext cx="8531352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370332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Registry — MCP Servers · Skills · ACP Agents · CLI Tools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0" y="4343400"/>
            <a:ext cx="8531352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434340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Discovery Layer — 桌面扫描 · 托管导入 · 内置配置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5166360"/>
            <a:ext cx="1216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796796" y="553212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96796" y="5532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Servers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14316" y="553212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4316" y="5532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31836" y="553212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31836" y="5532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ACP Agents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300216"/>
            <a:ext cx="12188952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41233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1233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58905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58905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Token浪费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50547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0547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5204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5204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9862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9862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64519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4519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安装Gateway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69176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9176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安装MCP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73833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3833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安装技能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784911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84911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控制Agent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83148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83148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片尾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