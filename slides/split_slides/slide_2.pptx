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生态的四大痛点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12064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上下文爆炸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1945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 MCP × 5 个工具 = 50 个完整 Schema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数千 tokens 在模型思考前就被浪费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36792" y="1554480"/>
            <a:ext cx="512064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11112" y="1737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重复配置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611112" y="21945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Code、Codex、OpenCode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 MCP 配置三遍，手动保持同步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512064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必须重启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41148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新增一个 MCP？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重启 Agent，每一次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36792" y="3474720"/>
            <a:ext cx="512064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1112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发现困难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11112" y="41148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 GitHub、读 README、复制 JSON、调试连接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这些都做完才能试用一个工具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300216"/>
            <a:ext cx="12188952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41233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233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58905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58905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Token浪费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50547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0547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5204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204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9862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9862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4519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4519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安装Gateway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69176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9176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安装MCP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73833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3833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安装技能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784911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84911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控制Agent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83148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83148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片尾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