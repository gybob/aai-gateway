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安装技能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320040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导入本地或远程 Skill 包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4114800"/>
            <a:ext cx="5788152" cy="4572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4114800"/>
            <a:ext cx="5788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演示视频区域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300216"/>
            <a:ext cx="12188952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1233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233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8905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8905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Token浪费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0547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547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5204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204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9862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9862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4519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519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安装Gateway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9176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9176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安装MCP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73833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833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安装技能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784911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911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控制Agent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83148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3148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片尾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