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914400" y="16459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AAI Gateway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 MCP to Rule Them All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0" y="3657600"/>
            <a:ext cx="8531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安装一次，所有 AI Agent 共享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无需重启  ·  无需重复配置  ·  无上下文爆炸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300216"/>
            <a:ext cx="12188952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1233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233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8905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8905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Token浪费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0547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547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5204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204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9862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9862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4519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519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安装Gateway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69176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9176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安装MCP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73833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833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安装技能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784911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911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控制Agent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83148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3148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片尾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