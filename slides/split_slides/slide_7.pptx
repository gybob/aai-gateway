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AAI Gateway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一行命令，接入所有 AI Agent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4114800"/>
            <a:ext cx="5788152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11480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演示视频区域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