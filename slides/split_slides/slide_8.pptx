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MCP 工具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自然语言搜索，秒级导入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5788152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演示视频区域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