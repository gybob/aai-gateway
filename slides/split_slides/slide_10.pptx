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914400" y="22860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控制其他 Agent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828800" y="3200400"/>
            <a:ext cx="8531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用一个 Agent 编排另一个 Agent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0" y="4114800"/>
            <a:ext cx="5788152" cy="457200"/>
          </a:xfrm>
          <a:prstGeom prst="roundRect">
            <a:avLst>
              <a:gd name="adj" fmla="val 16000"/>
            </a:avLst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4114800"/>
            <a:ext cx="5788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演示视频区域 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300216"/>
            <a:ext cx="12188952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412332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2332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58905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8905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Token浪费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05477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05477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52049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52049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核心机制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598622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98622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45194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45194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安装Gateway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691767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91767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安装MCP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738339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38339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安装技能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784911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84911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控制Agent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831484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831484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片尾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