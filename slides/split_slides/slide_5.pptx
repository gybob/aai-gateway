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Two-Stage Disclosure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两阶段渐进式披露 — 核心创新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 — Agent 看到的工具列表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242316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414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guide:claude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67919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"AI assistant for code editing and development"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60120" y="301752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035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guide:brave-search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27355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"Web search, news, images, videos via Brave"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60120" y="361188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6301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guide:slides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386791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"Create and edit presentation slide decks"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43434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每个应用仅一行摘要，无参数 Schema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 字符 / 应用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31089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6400800" y="1737360"/>
            <a:ext cx="5056632" cy="3657600"/>
          </a:xfrm>
          <a:prstGeom prst="roundRect">
            <a:avLst>
              <a:gd name="adj" fmla="val 2500"/>
            </a:avLst>
          </a:prstGeom>
          <a:solidFill>
            <a:srgbClr val="EBF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874520"/>
            <a:ext cx="4507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 — 调用 guide:brave-search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2331720"/>
            <a:ext cx="4507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返回完整工具列表 + 参数 Schema：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2651760"/>
            <a:ext cx="45994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6517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brave_web_search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0" y="2651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网页搜索（query, country, count...）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29400" y="3035808"/>
            <a:ext cx="45994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0358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brave_local_search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0" y="30358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本地商户搜索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29400" y="3419856"/>
            <a:ext cx="45994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4198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brave_video_search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0" y="34198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视频搜索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29400" y="3803904"/>
            <a:ext cx="45994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38039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brave_image_search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0" y="38039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图片搜索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29400" y="4187952"/>
            <a:ext cx="45994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41879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brave_news_search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0" y="41879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新闻搜索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29400" y="4572000"/>
            <a:ext cx="45994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45720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brave_summarizer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44000" y="45720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摘要生成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75120" y="5047488"/>
            <a:ext cx="4507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通过 aai:exec { app: "brave-search", tool, args } 执行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56235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传统：6 个工具 Schema 每轮全量注入  →  AAI Gateway：仅 1 行摘要，按需展开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