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 — 一个连接替代数十个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3601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 AAI Gateway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 AAI Gateway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上下文成本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个完整 Schema 注入每轮 prompt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条摘要，按需加载详情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Agent 各配一遍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导入一次，所有 Agent 共享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安装后需重启 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热加载，立即可用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手动搜索 + 复制配置 + 调试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自然语言搜索，秒级安装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0" y="4846320"/>
            <a:ext cx="7616952" cy="640080"/>
          </a:xfrm>
          <a:prstGeom prst="roundRect">
            <a:avLst>
              <a:gd name="adj" fmla="val 14286"/>
            </a:avLst>
          </a:prstGeom>
          <a:solidFill>
            <a:srgbClr val="EB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0" y="484632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上下文节省 90%+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