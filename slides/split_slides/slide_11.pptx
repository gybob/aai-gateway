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914400" y="1828800"/>
            <a:ext cx="103601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828800" y="2926080"/>
            <a:ext cx="85313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AAI Gateway — One MCP to Rule Them All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0" y="3840480"/>
            <a:ext cx="6702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80000"/>
              </a:lnSpc>
              <a:buNone/>
            </a:pPr>
            <a:r>
              <a:rPr lang="en-US" sz="16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npm install aai-gateway</a:t>
            </a:r>
            <a:endParaRPr lang="en-US" sz="1600" dirty="0"/>
          </a:p>
          <a:p>
            <a:pPr algn="ctr" indent="0" marL="0">
              <a:lnSpc>
                <a:spcPct val="180000"/>
              </a:lnSpc>
              <a:buNone/>
            </a:pPr>
            <a:r>
              <a:rPr lang="en-US" sz="16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github.com/anthropics/aai-gateway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6300216"/>
            <a:ext cx="12188952" cy="18288"/>
          </a:xfrm>
          <a:prstGeom prst="rect">
            <a:avLst/>
          </a:prstGeom>
          <a:solidFill>
            <a:srgbClr val="E8E8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封面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412332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12332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58905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58905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Token浪费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505477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05477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解决方案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52049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52049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核心机制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598622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98622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645194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45194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安装Gateway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691767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91767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安装MCP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738339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738339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安装技能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9784911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784911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控制Agent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0831484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831484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片尾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