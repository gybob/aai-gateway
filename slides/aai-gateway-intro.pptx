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MCP to Rule Them All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828800" y="3657600"/>
            <a:ext cx="85313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安装一次，所有 AI Agent 共享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无需重启  ·  无需重复配置  ·  无上下文爆炸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生态的四大痛点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上下文爆炸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MCP × 5 个工具 = 50 个完整 Schema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数千 tokens 在模型思考前就被浪费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36792" y="155448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11112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重复配置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611112" y="2194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Code、Codex、OpenCode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MCP 配置三遍，手动保持同步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必须重启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新增一个 MCP？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重启 Agent，每一次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36792" y="3474720"/>
            <a:ext cx="5120640" cy="164592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发现困难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611112" y="41148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 GitHub、读 README、复制 JSON、调试连接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这些都做完才能试用一个工具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的 Token 浪费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每轮对话都会重复发送所有工具的完整 Schema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45752" cy="1280160"/>
          </a:xfrm>
          <a:prstGeom prst="roundRect">
            <a:avLst>
              <a:gd name="adj" fmla="val 7143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1965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个工具 = ~120 tokens Schema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288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个工具 × 15 轮对话 = 90,000 浪费的 tokens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1个工具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3474720"/>
            <a:ext cx="7315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tokens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50个工具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926080" y="4023360"/>
            <a:ext cx="6858000" cy="365760"/>
          </a:xfrm>
          <a:prstGeom prst="roundRect">
            <a:avLst>
              <a:gd name="adj" fmla="val 20000"/>
            </a:avLst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6,000 tokens / 轮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71600" y="47548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问题是：大部分工具这一轮根本用不上，但 token 已经花出去了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 — 一个连接替代数十个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36015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1148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9999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没有 AAI Gateway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563E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 AAI Gateway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上下文成本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 个完整 Schema 注入每轮 prompt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条摘要，按需加载详情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每个 Agent 各配一遍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导入一次，所有 Agent 共享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安装后需重启 Agent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热加载，立即可用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发现工具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手动搜索 + 复制配置 + 调试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自然语言搜索，秒级安装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2286000" y="4846320"/>
            <a:ext cx="7616952" cy="640080"/>
          </a:xfrm>
          <a:prstGeom prst="roundRect">
            <a:avLst>
              <a:gd name="adj" fmla="val 14286"/>
            </a:avLst>
          </a:prstGeom>
          <a:solidFill>
            <a:srgbClr val="EB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286000" y="4846320"/>
            <a:ext cx="7616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上下文节省 90%+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Two-Stage Disclosure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两阶段渐进式披露 — 核心创新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5029200" cy="3657600"/>
          </a:xfrm>
          <a:prstGeom prst="roundRect">
            <a:avLst>
              <a:gd name="adj" fmla="val 25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74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— Agent 看到的工具列表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242316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44144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guide:claude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267919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 assistant for code editing and development"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60120" y="301752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03580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guide:brave-search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97280" y="327355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"Web search, news, images, videos via Brave"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60120" y="3611880"/>
            <a:ext cx="4572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63016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guide:slides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3867912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"Create and edit presentation slide decks"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5840" y="43434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每个应用仅一行摘要，无参数 Schema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~50 字符 / 应用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31089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6400800" y="1737360"/>
            <a:ext cx="5056632" cy="3657600"/>
          </a:xfrm>
          <a:prstGeom prst="roundRect">
            <a:avLst>
              <a:gd name="adj" fmla="val 2500"/>
            </a:avLst>
          </a:prstGeom>
          <a:solidFill>
            <a:srgbClr val="EBF5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874520"/>
            <a:ext cx="4507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— 调用 guide:brave-search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75120" y="2331720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返回完整工具列表 + 参数 Schema：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651760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0" y="26517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brave_web_search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0" y="2651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网页搜索（query, country, count...）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3035808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30358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brave_local_search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0" y="30358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本地商户搜索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629400" y="3419856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34198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brave_video_search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144000" y="341985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视频搜索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629400" y="3803904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0" y="38039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brave_image_search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0" y="38039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图片搜索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629400" y="4187952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418795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brave_news_search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44000" y="4187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新闻搜索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629400" y="4572000"/>
            <a:ext cx="459943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45720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brave_summarizer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0" y="4572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摘要生成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675120" y="5047488"/>
            <a:ext cx="45079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通过 aai:exec { app: "brave-search", tool, args } 执行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" y="56235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传统：6 个工具 Schema 每轮全量注入  →  AAI Gateway：仅 1 行摘要，按需展开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架构总览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728216" y="1280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28216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68496" y="1280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68496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08776" y="1280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08776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OpenCode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49056" y="128016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5F5F5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49056" y="12801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...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187452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  Single MCP Connection (stdio)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10725912" cy="329184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8600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05840" y="2679192"/>
            <a:ext cx="10177272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679192"/>
            <a:ext cx="10177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 — 薄协议层，仅处理 MCP 请求/响应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3154680"/>
            <a:ext cx="10177272" cy="1051560"/>
          </a:xfrm>
          <a:prstGeom prst="roundRect">
            <a:avLst>
              <a:gd name="adj" fmla="val 6957"/>
            </a:avLst>
          </a:prstGeom>
          <a:solidFill>
            <a:srgbClr val="EBF5FF"/>
          </a:solidFill>
          <a:ln w="6350">
            <a:solidFill>
              <a:srgbClr val="B3D4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172968"/>
            <a:ext cx="10177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Gateway — 核心业务逻辑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307592" y="3502152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07592" y="35021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渐进式披露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 90%+ 上下文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55264" y="3502152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3D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5264" y="35021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配置一次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 Agent 共享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202936" y="3502152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3D4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02936" y="35021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热加载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无需重启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50608" y="3502152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3D4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50608" y="35021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搜索安装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098280" y="3502152"/>
            <a:ext cx="17830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6350">
            <a:solidFill>
              <a:srgbClr val="B3D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350215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Per-Agent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可见性控制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05840" y="4315968"/>
            <a:ext cx="6400800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315968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 Coordinator — 路由到 MCP / Skill / ACP 执行器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589520" y="4315968"/>
            <a:ext cx="3593592" cy="384048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0" y="4315968"/>
            <a:ext cx="3593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Storage + Seed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5550408"/>
            <a:ext cx="2130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39596" y="5824728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9596" y="58430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MCP Servers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339596" y="61630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stdio / HTTP / SSE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31436" y="5824728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1436" y="58430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631436" y="61630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SKILL.md 文件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923276" y="5824728"/>
            <a:ext cx="2926080" cy="640080"/>
          </a:xfrm>
          <a:prstGeom prst="roundRect">
            <a:avLst>
              <a:gd name="adj" fmla="val 14286"/>
            </a:avLst>
          </a:prstGeom>
          <a:solidFill>
            <a:srgbClr val="F5F5F5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23276" y="584301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ACP Agents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923276" y="616305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 Code / Codex / ...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AAI Gateway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一行命令，接入所有 AI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 MCP 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自然语言搜索，秒级导入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导入本地或远程 Skill 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控制其他 Agent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828800" y="320040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用一个 Agent 编排另一个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4114800"/>
            <a:ext cx="5788152" cy="457200"/>
          </a:xfrm>
          <a:prstGeom prst="roundRect">
            <a:avLst>
              <a:gd name="adj" fmla="val 16000"/>
            </a:avLst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4114800"/>
            <a:ext cx="5788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 演示视频区域 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828800" y="2926080"/>
            <a:ext cx="8531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AAI Gateway — One MCP to Rule Them All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2743200" y="3840480"/>
            <a:ext cx="6702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npm install aai-gateway</a:t>
            </a:r>
            <a:endParaRPr lang="en-US" sz="1600" dirty="0"/>
          </a:p>
          <a:p>
            <a:pPr algn="ctr" indent="0" marL="0">
              <a:lnSpc>
                <a:spcPct val="180000"/>
              </a:lnSpc>
              <a:buNone/>
            </a:pPr>
            <a:r>
              <a:rPr lang="en-US" sz="16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github.com/anthropics/aai-gateway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6300216"/>
            <a:ext cx="12188952" cy="18288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1233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233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8905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8905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Token浪费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0547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547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5204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5204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98622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8622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64519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4519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安装Gateway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691767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91767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安装MCP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738339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38339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安装技能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784911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E5E5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84911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控制Agent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831484" y="6355080"/>
            <a:ext cx="991708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831484" y="6355080"/>
            <a:ext cx="9917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片尾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2026-04-06T12:17:11Z</dcterms:created>
  <dcterms:modified xsi:type="dcterms:W3CDTF">2026-04-06T12:17:11Z</dcterms:modified>
</cp:coreProperties>
</file>